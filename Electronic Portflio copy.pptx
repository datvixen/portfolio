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34"/>
    <p:restoredTop sz="94754"/>
  </p:normalViewPr>
  <p:slideViewPr>
    <p:cSldViewPr snapToGrid="0" snapToObjects="1">
      <p:cViewPr varScale="1">
        <p:scale>
          <a:sx n="102" d="100"/>
          <a:sy n="102" d="100"/>
        </p:scale>
        <p:origin x="5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A4F215-BD41-41E0-A8AC-6D3EAFCB070A}" type="doc">
      <dgm:prSet loTypeId="urn:microsoft.com/office/officeart/2005/8/layout/hierarchy1" loCatId="hierarchy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C1482BB-1C8D-4050-866D-8DB409C6CEE3}">
      <dgm:prSet/>
      <dgm:spPr/>
      <dgm:t>
        <a:bodyPr/>
        <a:lstStyle/>
        <a:p>
          <a:r>
            <a:rPr lang="en-US"/>
            <a:t>Jamila Hayes</a:t>
          </a:r>
        </a:p>
      </dgm:t>
    </dgm:pt>
    <dgm:pt modelId="{B2DC3A42-F9FF-4EF7-A113-C7C67E942214}" type="parTrans" cxnId="{1EDF0460-A3D4-4690-8161-2C1D8D516C17}">
      <dgm:prSet/>
      <dgm:spPr/>
      <dgm:t>
        <a:bodyPr/>
        <a:lstStyle/>
        <a:p>
          <a:endParaRPr lang="en-US"/>
        </a:p>
      </dgm:t>
    </dgm:pt>
    <dgm:pt modelId="{8859ECCF-BE15-4E19-AAF2-2E62FF7CDC43}" type="sibTrans" cxnId="{1EDF0460-A3D4-4690-8161-2C1D8D516C17}">
      <dgm:prSet/>
      <dgm:spPr/>
      <dgm:t>
        <a:bodyPr/>
        <a:lstStyle/>
        <a:p>
          <a:endParaRPr lang="en-US"/>
        </a:p>
      </dgm:t>
    </dgm:pt>
    <dgm:pt modelId="{4F74BC9D-ECA5-454C-87EA-E4C9C52EFE2B}">
      <dgm:prSet/>
      <dgm:spPr/>
      <dgm:t>
        <a:bodyPr/>
        <a:lstStyle/>
        <a:p>
          <a:r>
            <a:rPr lang="en-US"/>
            <a:t>Information Technology Student</a:t>
          </a:r>
        </a:p>
      </dgm:t>
    </dgm:pt>
    <dgm:pt modelId="{B5F4A109-1476-4AC3-B5FD-6E0754614FE1}" type="parTrans" cxnId="{30BEFA22-35FF-424D-9485-352EEA9A39A7}">
      <dgm:prSet/>
      <dgm:spPr/>
      <dgm:t>
        <a:bodyPr/>
        <a:lstStyle/>
        <a:p>
          <a:endParaRPr lang="en-US"/>
        </a:p>
      </dgm:t>
    </dgm:pt>
    <dgm:pt modelId="{A6388478-5326-4141-A258-7C9F9C0A7E84}" type="sibTrans" cxnId="{30BEFA22-35FF-424D-9485-352EEA9A39A7}">
      <dgm:prSet/>
      <dgm:spPr/>
      <dgm:t>
        <a:bodyPr/>
        <a:lstStyle/>
        <a:p>
          <a:endParaRPr lang="en-US"/>
        </a:p>
      </dgm:t>
    </dgm:pt>
    <dgm:pt modelId="{8C35C360-9A3A-49DC-A61D-C93D5731C107}">
      <dgm:prSet/>
      <dgm:spPr/>
      <dgm:t>
        <a:bodyPr/>
        <a:lstStyle/>
        <a:p>
          <a:r>
            <a:rPr lang="en-US"/>
            <a:t>Winston-Salem State University</a:t>
          </a:r>
        </a:p>
      </dgm:t>
    </dgm:pt>
    <dgm:pt modelId="{14D4EEE8-E7A8-47A9-9EEF-83F133DE1664}" type="parTrans" cxnId="{85BDF5B0-5478-4760-B852-19902FAFB10B}">
      <dgm:prSet/>
      <dgm:spPr/>
      <dgm:t>
        <a:bodyPr/>
        <a:lstStyle/>
        <a:p>
          <a:endParaRPr lang="en-US"/>
        </a:p>
      </dgm:t>
    </dgm:pt>
    <dgm:pt modelId="{01DD604F-E49B-4E88-B3B9-A50EB9B9E312}" type="sibTrans" cxnId="{85BDF5B0-5478-4760-B852-19902FAFB10B}">
      <dgm:prSet/>
      <dgm:spPr/>
      <dgm:t>
        <a:bodyPr/>
        <a:lstStyle/>
        <a:p>
          <a:endParaRPr lang="en-US"/>
        </a:p>
      </dgm:t>
    </dgm:pt>
    <dgm:pt modelId="{619351F6-F6F8-D54C-B6D0-5560FEB2294C}" type="pres">
      <dgm:prSet presAssocID="{52A4F215-BD41-41E0-A8AC-6D3EAFCB070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6EDF064-254D-CB4E-9A6C-37B4E554A7B1}" type="pres">
      <dgm:prSet presAssocID="{EC1482BB-1C8D-4050-866D-8DB409C6CEE3}" presName="hierRoot1" presStyleCnt="0"/>
      <dgm:spPr/>
    </dgm:pt>
    <dgm:pt modelId="{E716C3B7-40A9-2949-91AB-7B23756FC334}" type="pres">
      <dgm:prSet presAssocID="{EC1482BB-1C8D-4050-866D-8DB409C6CEE3}" presName="composite" presStyleCnt="0"/>
      <dgm:spPr/>
    </dgm:pt>
    <dgm:pt modelId="{965CC009-83F6-CA46-8DC4-CF126707D5FA}" type="pres">
      <dgm:prSet presAssocID="{EC1482BB-1C8D-4050-866D-8DB409C6CEE3}" presName="background" presStyleLbl="node0" presStyleIdx="0" presStyleCnt="3"/>
      <dgm:spPr/>
    </dgm:pt>
    <dgm:pt modelId="{50F3BC1C-BFDC-DE4C-A223-B17D87AF3AD8}" type="pres">
      <dgm:prSet presAssocID="{EC1482BB-1C8D-4050-866D-8DB409C6CEE3}" presName="text" presStyleLbl="fgAcc0" presStyleIdx="0" presStyleCnt="3">
        <dgm:presLayoutVars>
          <dgm:chPref val="3"/>
        </dgm:presLayoutVars>
      </dgm:prSet>
      <dgm:spPr/>
    </dgm:pt>
    <dgm:pt modelId="{8C57125B-9C02-E448-AEC4-67F6EA4A8931}" type="pres">
      <dgm:prSet presAssocID="{EC1482BB-1C8D-4050-866D-8DB409C6CEE3}" presName="hierChild2" presStyleCnt="0"/>
      <dgm:spPr/>
    </dgm:pt>
    <dgm:pt modelId="{A209CCB6-DD1E-2448-8860-7781118CFDFB}" type="pres">
      <dgm:prSet presAssocID="{4F74BC9D-ECA5-454C-87EA-E4C9C52EFE2B}" presName="hierRoot1" presStyleCnt="0"/>
      <dgm:spPr/>
    </dgm:pt>
    <dgm:pt modelId="{E38D0D73-E1E6-524D-853D-1ABB32EE5676}" type="pres">
      <dgm:prSet presAssocID="{4F74BC9D-ECA5-454C-87EA-E4C9C52EFE2B}" presName="composite" presStyleCnt="0"/>
      <dgm:spPr/>
    </dgm:pt>
    <dgm:pt modelId="{5446C1AC-34A4-1D48-8FC9-61B0952D4FE6}" type="pres">
      <dgm:prSet presAssocID="{4F74BC9D-ECA5-454C-87EA-E4C9C52EFE2B}" presName="background" presStyleLbl="node0" presStyleIdx="1" presStyleCnt="3"/>
      <dgm:spPr/>
    </dgm:pt>
    <dgm:pt modelId="{B5CF24D9-CE4E-B549-A18B-B7D342233533}" type="pres">
      <dgm:prSet presAssocID="{4F74BC9D-ECA5-454C-87EA-E4C9C52EFE2B}" presName="text" presStyleLbl="fgAcc0" presStyleIdx="1" presStyleCnt="3">
        <dgm:presLayoutVars>
          <dgm:chPref val="3"/>
        </dgm:presLayoutVars>
      </dgm:prSet>
      <dgm:spPr/>
    </dgm:pt>
    <dgm:pt modelId="{38A47148-762C-D544-9C1D-E6F76EE76900}" type="pres">
      <dgm:prSet presAssocID="{4F74BC9D-ECA5-454C-87EA-E4C9C52EFE2B}" presName="hierChild2" presStyleCnt="0"/>
      <dgm:spPr/>
    </dgm:pt>
    <dgm:pt modelId="{F1A9CC2A-7C1B-8B48-A72C-F20DC838A58A}" type="pres">
      <dgm:prSet presAssocID="{8C35C360-9A3A-49DC-A61D-C93D5731C107}" presName="hierRoot1" presStyleCnt="0"/>
      <dgm:spPr/>
    </dgm:pt>
    <dgm:pt modelId="{921D12F1-8F20-B348-ACB5-46A1E75DE529}" type="pres">
      <dgm:prSet presAssocID="{8C35C360-9A3A-49DC-A61D-C93D5731C107}" presName="composite" presStyleCnt="0"/>
      <dgm:spPr/>
    </dgm:pt>
    <dgm:pt modelId="{23838A28-E9C5-004F-8E94-C5A6EEB0011D}" type="pres">
      <dgm:prSet presAssocID="{8C35C360-9A3A-49DC-A61D-C93D5731C107}" presName="background" presStyleLbl="node0" presStyleIdx="2" presStyleCnt="3"/>
      <dgm:spPr/>
    </dgm:pt>
    <dgm:pt modelId="{98A2B59C-5C56-E24B-A190-4DA909328E98}" type="pres">
      <dgm:prSet presAssocID="{8C35C360-9A3A-49DC-A61D-C93D5731C107}" presName="text" presStyleLbl="fgAcc0" presStyleIdx="2" presStyleCnt="3">
        <dgm:presLayoutVars>
          <dgm:chPref val="3"/>
        </dgm:presLayoutVars>
      </dgm:prSet>
      <dgm:spPr/>
    </dgm:pt>
    <dgm:pt modelId="{1950F2AF-DC0A-704B-9BF8-9EC4C1C9854C}" type="pres">
      <dgm:prSet presAssocID="{8C35C360-9A3A-49DC-A61D-C93D5731C107}" presName="hierChild2" presStyleCnt="0"/>
      <dgm:spPr/>
    </dgm:pt>
  </dgm:ptLst>
  <dgm:cxnLst>
    <dgm:cxn modelId="{2EE15903-1AF5-3448-9C6F-76C1D44CE7F4}" type="presOf" srcId="{4F74BC9D-ECA5-454C-87EA-E4C9C52EFE2B}" destId="{B5CF24D9-CE4E-B549-A18B-B7D342233533}" srcOrd="0" destOrd="0" presId="urn:microsoft.com/office/officeart/2005/8/layout/hierarchy1"/>
    <dgm:cxn modelId="{C7BD9122-235F-8041-8B7E-1BFB89D7BA8A}" type="presOf" srcId="{EC1482BB-1C8D-4050-866D-8DB409C6CEE3}" destId="{50F3BC1C-BFDC-DE4C-A223-B17D87AF3AD8}" srcOrd="0" destOrd="0" presId="urn:microsoft.com/office/officeart/2005/8/layout/hierarchy1"/>
    <dgm:cxn modelId="{30BEFA22-35FF-424D-9485-352EEA9A39A7}" srcId="{52A4F215-BD41-41E0-A8AC-6D3EAFCB070A}" destId="{4F74BC9D-ECA5-454C-87EA-E4C9C52EFE2B}" srcOrd="1" destOrd="0" parTransId="{B5F4A109-1476-4AC3-B5FD-6E0754614FE1}" sibTransId="{A6388478-5326-4141-A258-7C9F9C0A7E84}"/>
    <dgm:cxn modelId="{A1BDC648-4B82-4443-ACA1-88436B37E665}" type="presOf" srcId="{52A4F215-BD41-41E0-A8AC-6D3EAFCB070A}" destId="{619351F6-F6F8-D54C-B6D0-5560FEB2294C}" srcOrd="0" destOrd="0" presId="urn:microsoft.com/office/officeart/2005/8/layout/hierarchy1"/>
    <dgm:cxn modelId="{1EDF0460-A3D4-4690-8161-2C1D8D516C17}" srcId="{52A4F215-BD41-41E0-A8AC-6D3EAFCB070A}" destId="{EC1482BB-1C8D-4050-866D-8DB409C6CEE3}" srcOrd="0" destOrd="0" parTransId="{B2DC3A42-F9FF-4EF7-A113-C7C67E942214}" sibTransId="{8859ECCF-BE15-4E19-AAF2-2E62FF7CDC43}"/>
    <dgm:cxn modelId="{85BDF5B0-5478-4760-B852-19902FAFB10B}" srcId="{52A4F215-BD41-41E0-A8AC-6D3EAFCB070A}" destId="{8C35C360-9A3A-49DC-A61D-C93D5731C107}" srcOrd="2" destOrd="0" parTransId="{14D4EEE8-E7A8-47A9-9EEF-83F133DE1664}" sibTransId="{01DD604F-E49B-4E88-B3B9-A50EB9B9E312}"/>
    <dgm:cxn modelId="{651DCAF3-33D6-1543-A40B-4395FFEFBDDB}" type="presOf" srcId="{8C35C360-9A3A-49DC-A61D-C93D5731C107}" destId="{98A2B59C-5C56-E24B-A190-4DA909328E98}" srcOrd="0" destOrd="0" presId="urn:microsoft.com/office/officeart/2005/8/layout/hierarchy1"/>
    <dgm:cxn modelId="{846D53E4-6D1F-BF49-B10F-B252AFDACEEA}" type="presParOf" srcId="{619351F6-F6F8-D54C-B6D0-5560FEB2294C}" destId="{C6EDF064-254D-CB4E-9A6C-37B4E554A7B1}" srcOrd="0" destOrd="0" presId="urn:microsoft.com/office/officeart/2005/8/layout/hierarchy1"/>
    <dgm:cxn modelId="{F1815F3E-4DAA-E446-95E9-454537A2E1A9}" type="presParOf" srcId="{C6EDF064-254D-CB4E-9A6C-37B4E554A7B1}" destId="{E716C3B7-40A9-2949-91AB-7B23756FC334}" srcOrd="0" destOrd="0" presId="urn:microsoft.com/office/officeart/2005/8/layout/hierarchy1"/>
    <dgm:cxn modelId="{E250990B-86BA-184D-A564-ED6CE6318D22}" type="presParOf" srcId="{E716C3B7-40A9-2949-91AB-7B23756FC334}" destId="{965CC009-83F6-CA46-8DC4-CF126707D5FA}" srcOrd="0" destOrd="0" presId="urn:microsoft.com/office/officeart/2005/8/layout/hierarchy1"/>
    <dgm:cxn modelId="{0E3ACF72-5AB3-104B-A3D6-0559F19FBF9B}" type="presParOf" srcId="{E716C3B7-40A9-2949-91AB-7B23756FC334}" destId="{50F3BC1C-BFDC-DE4C-A223-B17D87AF3AD8}" srcOrd="1" destOrd="0" presId="urn:microsoft.com/office/officeart/2005/8/layout/hierarchy1"/>
    <dgm:cxn modelId="{CBF512C2-BC9F-354A-8F53-AAABECEC196D}" type="presParOf" srcId="{C6EDF064-254D-CB4E-9A6C-37B4E554A7B1}" destId="{8C57125B-9C02-E448-AEC4-67F6EA4A8931}" srcOrd="1" destOrd="0" presId="urn:microsoft.com/office/officeart/2005/8/layout/hierarchy1"/>
    <dgm:cxn modelId="{FC5C80E0-8CF5-ED4C-8DF9-4062AB152096}" type="presParOf" srcId="{619351F6-F6F8-D54C-B6D0-5560FEB2294C}" destId="{A209CCB6-DD1E-2448-8860-7781118CFDFB}" srcOrd="1" destOrd="0" presId="urn:microsoft.com/office/officeart/2005/8/layout/hierarchy1"/>
    <dgm:cxn modelId="{EE94D4C7-78C7-7847-8FA8-7EB4F8B3943C}" type="presParOf" srcId="{A209CCB6-DD1E-2448-8860-7781118CFDFB}" destId="{E38D0D73-E1E6-524D-853D-1ABB32EE5676}" srcOrd="0" destOrd="0" presId="urn:microsoft.com/office/officeart/2005/8/layout/hierarchy1"/>
    <dgm:cxn modelId="{2EB5B2D7-4759-9D44-951C-42BD3BF04B62}" type="presParOf" srcId="{E38D0D73-E1E6-524D-853D-1ABB32EE5676}" destId="{5446C1AC-34A4-1D48-8FC9-61B0952D4FE6}" srcOrd="0" destOrd="0" presId="urn:microsoft.com/office/officeart/2005/8/layout/hierarchy1"/>
    <dgm:cxn modelId="{D682F9CC-EA79-A940-A024-AB12B5D9A797}" type="presParOf" srcId="{E38D0D73-E1E6-524D-853D-1ABB32EE5676}" destId="{B5CF24D9-CE4E-B549-A18B-B7D342233533}" srcOrd="1" destOrd="0" presId="urn:microsoft.com/office/officeart/2005/8/layout/hierarchy1"/>
    <dgm:cxn modelId="{2848AE18-60D8-5846-889C-9D9E22036F01}" type="presParOf" srcId="{A209CCB6-DD1E-2448-8860-7781118CFDFB}" destId="{38A47148-762C-D544-9C1D-E6F76EE76900}" srcOrd="1" destOrd="0" presId="urn:microsoft.com/office/officeart/2005/8/layout/hierarchy1"/>
    <dgm:cxn modelId="{49CCFF90-3047-2B46-95CA-4C4B165DDB81}" type="presParOf" srcId="{619351F6-F6F8-D54C-B6D0-5560FEB2294C}" destId="{F1A9CC2A-7C1B-8B48-A72C-F20DC838A58A}" srcOrd="2" destOrd="0" presId="urn:microsoft.com/office/officeart/2005/8/layout/hierarchy1"/>
    <dgm:cxn modelId="{094BC4B9-F371-BA4A-AC84-C4B4376AC888}" type="presParOf" srcId="{F1A9CC2A-7C1B-8B48-A72C-F20DC838A58A}" destId="{921D12F1-8F20-B348-ACB5-46A1E75DE529}" srcOrd="0" destOrd="0" presId="urn:microsoft.com/office/officeart/2005/8/layout/hierarchy1"/>
    <dgm:cxn modelId="{B1BDA8C6-4501-9341-8DFE-0812CA3252A3}" type="presParOf" srcId="{921D12F1-8F20-B348-ACB5-46A1E75DE529}" destId="{23838A28-E9C5-004F-8E94-C5A6EEB0011D}" srcOrd="0" destOrd="0" presId="urn:microsoft.com/office/officeart/2005/8/layout/hierarchy1"/>
    <dgm:cxn modelId="{99A78638-FF8C-AA44-890B-D065DD2C45AB}" type="presParOf" srcId="{921D12F1-8F20-B348-ACB5-46A1E75DE529}" destId="{98A2B59C-5C56-E24B-A190-4DA909328E98}" srcOrd="1" destOrd="0" presId="urn:microsoft.com/office/officeart/2005/8/layout/hierarchy1"/>
    <dgm:cxn modelId="{8A261E6E-216A-7246-875D-841E0B2831A4}" type="presParOf" srcId="{F1A9CC2A-7C1B-8B48-A72C-F20DC838A58A}" destId="{1950F2AF-DC0A-704B-9BF8-9EC4C1C9854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858764-369F-4AAB-944A-41A9C44C44D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B86A2D5-F74F-4618-9EE5-8305AEA0C7F7}">
      <dgm:prSet/>
      <dgm:spPr/>
      <dgm:t>
        <a:bodyPr/>
        <a:lstStyle/>
        <a:p>
          <a:r>
            <a:rPr lang="en-US"/>
            <a:t>Built with HTML, CSS, JavaScript</a:t>
          </a:r>
        </a:p>
      </dgm:t>
    </dgm:pt>
    <dgm:pt modelId="{89771C76-C096-45F4-90C9-E19921AE9AE5}" type="parTrans" cxnId="{E93E0AF2-AD5B-43E3-9BE3-B5A470141AE3}">
      <dgm:prSet/>
      <dgm:spPr/>
      <dgm:t>
        <a:bodyPr/>
        <a:lstStyle/>
        <a:p>
          <a:endParaRPr lang="en-US"/>
        </a:p>
      </dgm:t>
    </dgm:pt>
    <dgm:pt modelId="{75AE8BE0-E918-4C4E-B64F-1F942B977220}" type="sibTrans" cxnId="{E93E0AF2-AD5B-43E3-9BE3-B5A470141AE3}">
      <dgm:prSet/>
      <dgm:spPr/>
      <dgm:t>
        <a:bodyPr/>
        <a:lstStyle/>
        <a:p>
          <a:endParaRPr lang="en-US"/>
        </a:p>
      </dgm:t>
    </dgm:pt>
    <dgm:pt modelId="{BF90CDCA-9EF9-4F2E-A15F-E6CBD68D67DC}">
      <dgm:prSet/>
      <dgm:spPr/>
      <dgm:t>
        <a:bodyPr/>
        <a:lstStyle/>
        <a:p>
          <a:r>
            <a:rPr lang="en-US" dirty="0"/>
            <a:t>Created in Visual Studio Code with AI assistants and GitHub</a:t>
          </a:r>
        </a:p>
      </dgm:t>
    </dgm:pt>
    <dgm:pt modelId="{5166548F-9320-43F3-BA33-5AC9EAA0C722}" type="parTrans" cxnId="{803C74BC-23AD-4D37-9B8E-72F5ACCA381D}">
      <dgm:prSet/>
      <dgm:spPr/>
      <dgm:t>
        <a:bodyPr/>
        <a:lstStyle/>
        <a:p>
          <a:endParaRPr lang="en-US"/>
        </a:p>
      </dgm:t>
    </dgm:pt>
    <dgm:pt modelId="{0EC1C732-453C-4C48-8267-5E985FBD71D1}" type="sibTrans" cxnId="{803C74BC-23AD-4D37-9B8E-72F5ACCA381D}">
      <dgm:prSet/>
      <dgm:spPr/>
      <dgm:t>
        <a:bodyPr/>
        <a:lstStyle/>
        <a:p>
          <a:endParaRPr lang="en-US"/>
        </a:p>
      </dgm:t>
    </dgm:pt>
    <dgm:pt modelId="{9C2C7284-547D-47E9-A152-237953CF6A36}">
      <dgm:prSet/>
      <dgm:spPr/>
      <dgm:t>
        <a:bodyPr/>
        <a:lstStyle/>
        <a:p>
          <a:r>
            <a:rPr lang="en-US"/>
            <a:t>Sections: About, Skills, Qualifications, Projects, Resume, Contact</a:t>
          </a:r>
        </a:p>
      </dgm:t>
    </dgm:pt>
    <dgm:pt modelId="{E18F2F01-44F4-46E9-82A3-6CEC37DB41EC}" type="parTrans" cxnId="{A6FC01B0-A939-4B4D-B0D4-33890E04803C}">
      <dgm:prSet/>
      <dgm:spPr/>
      <dgm:t>
        <a:bodyPr/>
        <a:lstStyle/>
        <a:p>
          <a:endParaRPr lang="en-US"/>
        </a:p>
      </dgm:t>
    </dgm:pt>
    <dgm:pt modelId="{A97A419D-0DD9-41EC-8F1D-D841B4B23C5B}" type="sibTrans" cxnId="{A6FC01B0-A939-4B4D-B0D4-33890E04803C}">
      <dgm:prSet/>
      <dgm:spPr/>
      <dgm:t>
        <a:bodyPr/>
        <a:lstStyle/>
        <a:p>
          <a:endParaRPr lang="en-US"/>
        </a:p>
      </dgm:t>
    </dgm:pt>
    <dgm:pt modelId="{AFDDA480-7EE6-4B27-AB1B-700D0898115F}" type="pres">
      <dgm:prSet presAssocID="{DC858764-369F-4AAB-944A-41A9C44C44DD}" presName="root" presStyleCnt="0">
        <dgm:presLayoutVars>
          <dgm:dir/>
          <dgm:resizeHandles val="exact"/>
        </dgm:presLayoutVars>
      </dgm:prSet>
      <dgm:spPr/>
    </dgm:pt>
    <dgm:pt modelId="{86E50122-EE8B-42E4-89E6-0E4ADBA6ABE0}" type="pres">
      <dgm:prSet presAssocID="{2B86A2D5-F74F-4618-9EE5-8305AEA0C7F7}" presName="compNode" presStyleCnt="0"/>
      <dgm:spPr/>
    </dgm:pt>
    <dgm:pt modelId="{1939BCAA-15E1-48CD-96CA-B1849ED88C8A}" type="pres">
      <dgm:prSet presAssocID="{2B86A2D5-F74F-4618-9EE5-8305AEA0C7F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12168A85-026F-4D35-928D-58312EC04E44}" type="pres">
      <dgm:prSet presAssocID="{2B86A2D5-F74F-4618-9EE5-8305AEA0C7F7}" presName="spaceRect" presStyleCnt="0"/>
      <dgm:spPr/>
    </dgm:pt>
    <dgm:pt modelId="{E0AEA78A-4A50-4818-9B54-7BB64D0EB101}" type="pres">
      <dgm:prSet presAssocID="{2B86A2D5-F74F-4618-9EE5-8305AEA0C7F7}" presName="textRect" presStyleLbl="revTx" presStyleIdx="0" presStyleCnt="3">
        <dgm:presLayoutVars>
          <dgm:chMax val="1"/>
          <dgm:chPref val="1"/>
        </dgm:presLayoutVars>
      </dgm:prSet>
      <dgm:spPr/>
    </dgm:pt>
    <dgm:pt modelId="{45E5B419-08C9-4D61-B575-56819E4E018A}" type="pres">
      <dgm:prSet presAssocID="{75AE8BE0-E918-4C4E-B64F-1F942B977220}" presName="sibTrans" presStyleCnt="0"/>
      <dgm:spPr/>
    </dgm:pt>
    <dgm:pt modelId="{4B3FE849-F2BC-4609-B5DD-2663A8887716}" type="pres">
      <dgm:prSet presAssocID="{BF90CDCA-9EF9-4F2E-A15F-E6CBD68D67DC}" presName="compNode" presStyleCnt="0"/>
      <dgm:spPr/>
    </dgm:pt>
    <dgm:pt modelId="{8357BF86-9281-4536-9DD8-F56740E61E81}" type="pres">
      <dgm:prSet presAssocID="{BF90CDCA-9EF9-4F2E-A15F-E6CBD68D67D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E724A415-E608-49D4-B2FB-1A0FCAAACF0E}" type="pres">
      <dgm:prSet presAssocID="{BF90CDCA-9EF9-4F2E-A15F-E6CBD68D67DC}" presName="spaceRect" presStyleCnt="0"/>
      <dgm:spPr/>
    </dgm:pt>
    <dgm:pt modelId="{23B19722-99A9-4C93-AB55-51FDB921A2DC}" type="pres">
      <dgm:prSet presAssocID="{BF90CDCA-9EF9-4F2E-A15F-E6CBD68D67DC}" presName="textRect" presStyleLbl="revTx" presStyleIdx="1" presStyleCnt="3">
        <dgm:presLayoutVars>
          <dgm:chMax val="1"/>
          <dgm:chPref val="1"/>
        </dgm:presLayoutVars>
      </dgm:prSet>
      <dgm:spPr/>
    </dgm:pt>
    <dgm:pt modelId="{F77CED14-54AC-4D86-A45B-87F5994C8490}" type="pres">
      <dgm:prSet presAssocID="{0EC1C732-453C-4C48-8267-5E985FBD71D1}" presName="sibTrans" presStyleCnt="0"/>
      <dgm:spPr/>
    </dgm:pt>
    <dgm:pt modelId="{72BB20AD-9BBE-44A4-9B40-B1DC407CBC70}" type="pres">
      <dgm:prSet presAssocID="{9C2C7284-547D-47E9-A152-237953CF6A36}" presName="compNode" presStyleCnt="0"/>
      <dgm:spPr/>
    </dgm:pt>
    <dgm:pt modelId="{5A79CD13-29E7-47B2-AA11-88643140CD8B}" type="pres">
      <dgm:prSet presAssocID="{9C2C7284-547D-47E9-A152-237953CF6A3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357A6B31-E05D-4FC5-8C3B-5C27F78A72C7}" type="pres">
      <dgm:prSet presAssocID="{9C2C7284-547D-47E9-A152-237953CF6A36}" presName="spaceRect" presStyleCnt="0"/>
      <dgm:spPr/>
    </dgm:pt>
    <dgm:pt modelId="{79E79E39-F731-487D-9035-1027668494EB}" type="pres">
      <dgm:prSet presAssocID="{9C2C7284-547D-47E9-A152-237953CF6A3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CB0C92A-D714-4A45-A17D-351F2ABDC59D}" type="presOf" srcId="{9C2C7284-547D-47E9-A152-237953CF6A36}" destId="{79E79E39-F731-487D-9035-1027668494EB}" srcOrd="0" destOrd="0" presId="urn:microsoft.com/office/officeart/2018/2/layout/IconLabelList"/>
    <dgm:cxn modelId="{49DA4237-5F8B-1A47-BA77-C626180D0766}" type="presOf" srcId="{DC858764-369F-4AAB-944A-41A9C44C44DD}" destId="{AFDDA480-7EE6-4B27-AB1B-700D0898115F}" srcOrd="0" destOrd="0" presId="urn:microsoft.com/office/officeart/2018/2/layout/IconLabelList"/>
    <dgm:cxn modelId="{66680878-75C0-A845-BA6A-32EB8C546BB0}" type="presOf" srcId="{BF90CDCA-9EF9-4F2E-A15F-E6CBD68D67DC}" destId="{23B19722-99A9-4C93-AB55-51FDB921A2DC}" srcOrd="0" destOrd="0" presId="urn:microsoft.com/office/officeart/2018/2/layout/IconLabelList"/>
    <dgm:cxn modelId="{A6FC01B0-A939-4B4D-B0D4-33890E04803C}" srcId="{DC858764-369F-4AAB-944A-41A9C44C44DD}" destId="{9C2C7284-547D-47E9-A152-237953CF6A36}" srcOrd="2" destOrd="0" parTransId="{E18F2F01-44F4-46E9-82A3-6CEC37DB41EC}" sibTransId="{A97A419D-0DD9-41EC-8F1D-D841B4B23C5B}"/>
    <dgm:cxn modelId="{803C74BC-23AD-4D37-9B8E-72F5ACCA381D}" srcId="{DC858764-369F-4AAB-944A-41A9C44C44DD}" destId="{BF90CDCA-9EF9-4F2E-A15F-E6CBD68D67DC}" srcOrd="1" destOrd="0" parTransId="{5166548F-9320-43F3-BA33-5AC9EAA0C722}" sibTransId="{0EC1C732-453C-4C48-8267-5E985FBD71D1}"/>
    <dgm:cxn modelId="{E93E0AF2-AD5B-43E3-9BE3-B5A470141AE3}" srcId="{DC858764-369F-4AAB-944A-41A9C44C44DD}" destId="{2B86A2D5-F74F-4618-9EE5-8305AEA0C7F7}" srcOrd="0" destOrd="0" parTransId="{89771C76-C096-45F4-90C9-E19921AE9AE5}" sibTransId="{75AE8BE0-E918-4C4E-B64F-1F942B977220}"/>
    <dgm:cxn modelId="{DBCE7DF4-358E-4045-9DC4-B964C648CDC8}" type="presOf" srcId="{2B86A2D5-F74F-4618-9EE5-8305AEA0C7F7}" destId="{E0AEA78A-4A50-4818-9B54-7BB64D0EB101}" srcOrd="0" destOrd="0" presId="urn:microsoft.com/office/officeart/2018/2/layout/IconLabelList"/>
    <dgm:cxn modelId="{BC93B144-109C-1B4F-8190-A252CAD3D200}" type="presParOf" srcId="{AFDDA480-7EE6-4B27-AB1B-700D0898115F}" destId="{86E50122-EE8B-42E4-89E6-0E4ADBA6ABE0}" srcOrd="0" destOrd="0" presId="urn:microsoft.com/office/officeart/2018/2/layout/IconLabelList"/>
    <dgm:cxn modelId="{A1B78479-0E13-6F44-8FE8-A14BD52FEFF6}" type="presParOf" srcId="{86E50122-EE8B-42E4-89E6-0E4ADBA6ABE0}" destId="{1939BCAA-15E1-48CD-96CA-B1849ED88C8A}" srcOrd="0" destOrd="0" presId="urn:microsoft.com/office/officeart/2018/2/layout/IconLabelList"/>
    <dgm:cxn modelId="{288BB6E0-B179-0446-9347-E176B558529A}" type="presParOf" srcId="{86E50122-EE8B-42E4-89E6-0E4ADBA6ABE0}" destId="{12168A85-026F-4D35-928D-58312EC04E44}" srcOrd="1" destOrd="0" presId="urn:microsoft.com/office/officeart/2018/2/layout/IconLabelList"/>
    <dgm:cxn modelId="{73218EAB-183B-4646-9639-A0EF95394B19}" type="presParOf" srcId="{86E50122-EE8B-42E4-89E6-0E4ADBA6ABE0}" destId="{E0AEA78A-4A50-4818-9B54-7BB64D0EB101}" srcOrd="2" destOrd="0" presId="urn:microsoft.com/office/officeart/2018/2/layout/IconLabelList"/>
    <dgm:cxn modelId="{47BFDA29-9600-9B42-8BE4-2367759EA10B}" type="presParOf" srcId="{AFDDA480-7EE6-4B27-AB1B-700D0898115F}" destId="{45E5B419-08C9-4D61-B575-56819E4E018A}" srcOrd="1" destOrd="0" presId="urn:microsoft.com/office/officeart/2018/2/layout/IconLabelList"/>
    <dgm:cxn modelId="{D916A902-0E5C-7C49-8D4F-881100ECB74C}" type="presParOf" srcId="{AFDDA480-7EE6-4B27-AB1B-700D0898115F}" destId="{4B3FE849-F2BC-4609-B5DD-2663A8887716}" srcOrd="2" destOrd="0" presId="urn:microsoft.com/office/officeart/2018/2/layout/IconLabelList"/>
    <dgm:cxn modelId="{9B2431EE-CC76-1D43-9E1C-C0509D7A3487}" type="presParOf" srcId="{4B3FE849-F2BC-4609-B5DD-2663A8887716}" destId="{8357BF86-9281-4536-9DD8-F56740E61E81}" srcOrd="0" destOrd="0" presId="urn:microsoft.com/office/officeart/2018/2/layout/IconLabelList"/>
    <dgm:cxn modelId="{F1B08B4F-1D28-FC48-AD9A-C6FCEA34594F}" type="presParOf" srcId="{4B3FE849-F2BC-4609-B5DD-2663A8887716}" destId="{E724A415-E608-49D4-B2FB-1A0FCAAACF0E}" srcOrd="1" destOrd="0" presId="urn:microsoft.com/office/officeart/2018/2/layout/IconLabelList"/>
    <dgm:cxn modelId="{57FE98B6-FE26-4F48-B32C-3165AD652AF7}" type="presParOf" srcId="{4B3FE849-F2BC-4609-B5DD-2663A8887716}" destId="{23B19722-99A9-4C93-AB55-51FDB921A2DC}" srcOrd="2" destOrd="0" presId="urn:microsoft.com/office/officeart/2018/2/layout/IconLabelList"/>
    <dgm:cxn modelId="{049B03E8-F012-7D43-9030-CB6E69D78131}" type="presParOf" srcId="{AFDDA480-7EE6-4B27-AB1B-700D0898115F}" destId="{F77CED14-54AC-4D86-A45B-87F5994C8490}" srcOrd="3" destOrd="0" presId="urn:microsoft.com/office/officeart/2018/2/layout/IconLabelList"/>
    <dgm:cxn modelId="{09C45E96-9BFA-4A42-8324-17758AECFD34}" type="presParOf" srcId="{AFDDA480-7EE6-4B27-AB1B-700D0898115F}" destId="{72BB20AD-9BBE-44A4-9B40-B1DC407CBC70}" srcOrd="4" destOrd="0" presId="urn:microsoft.com/office/officeart/2018/2/layout/IconLabelList"/>
    <dgm:cxn modelId="{EEA2B5BA-E36C-E44D-9529-1244E3508E6D}" type="presParOf" srcId="{72BB20AD-9BBE-44A4-9B40-B1DC407CBC70}" destId="{5A79CD13-29E7-47B2-AA11-88643140CD8B}" srcOrd="0" destOrd="0" presId="urn:microsoft.com/office/officeart/2018/2/layout/IconLabelList"/>
    <dgm:cxn modelId="{5F7BA26B-958F-4D4A-919A-1CC505C77D6B}" type="presParOf" srcId="{72BB20AD-9BBE-44A4-9B40-B1DC407CBC70}" destId="{357A6B31-E05D-4FC5-8C3B-5C27F78A72C7}" srcOrd="1" destOrd="0" presId="urn:microsoft.com/office/officeart/2018/2/layout/IconLabelList"/>
    <dgm:cxn modelId="{437EFBCF-5547-F144-AD15-E9C52E5B2F9D}" type="presParOf" srcId="{72BB20AD-9BBE-44A4-9B40-B1DC407CBC70}" destId="{79E79E39-F731-487D-9035-1027668494E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E07CD5-0540-4CD8-B382-2A9AD124D64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A1E341B-AA5A-45A1-B862-90B75C8C0D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Weather Web Application</a:t>
          </a:r>
        </a:p>
      </dgm:t>
    </dgm:pt>
    <dgm:pt modelId="{9511B4CA-DA2C-46B4-8FB5-00A7734F344C}" type="parTrans" cxnId="{787C2223-D4DB-42D8-9DB1-1FE820DAF3C5}">
      <dgm:prSet/>
      <dgm:spPr/>
      <dgm:t>
        <a:bodyPr/>
        <a:lstStyle/>
        <a:p>
          <a:endParaRPr lang="en-US"/>
        </a:p>
      </dgm:t>
    </dgm:pt>
    <dgm:pt modelId="{CF680432-7B18-4B54-A0D7-A3B37888C17A}" type="sibTrans" cxnId="{787C2223-D4DB-42D8-9DB1-1FE820DAF3C5}">
      <dgm:prSet/>
      <dgm:spPr/>
      <dgm:t>
        <a:bodyPr/>
        <a:lstStyle/>
        <a:p>
          <a:endParaRPr lang="en-US"/>
        </a:p>
      </dgm:t>
    </dgm:pt>
    <dgm:pt modelId="{F5A68EEE-68BC-4962-ACDA-2EFADE8E41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Esports Website</a:t>
          </a:r>
        </a:p>
      </dgm:t>
    </dgm:pt>
    <dgm:pt modelId="{8D16189B-7B5B-456E-ABE8-8605B51E37B2}" type="parTrans" cxnId="{6AA6459A-E7F3-4ED9-A8E0-C44798B9526A}">
      <dgm:prSet/>
      <dgm:spPr/>
      <dgm:t>
        <a:bodyPr/>
        <a:lstStyle/>
        <a:p>
          <a:endParaRPr lang="en-US"/>
        </a:p>
      </dgm:t>
    </dgm:pt>
    <dgm:pt modelId="{1CC3D882-45EA-40FE-8B70-BD46E4E8DB84}" type="sibTrans" cxnId="{6AA6459A-E7F3-4ED9-A8E0-C44798B9526A}">
      <dgm:prSet/>
      <dgm:spPr/>
      <dgm:t>
        <a:bodyPr/>
        <a:lstStyle/>
        <a:p>
          <a:endParaRPr lang="en-US"/>
        </a:p>
      </dgm:t>
    </dgm:pt>
    <dgm:pt modelId="{6F21F47A-C200-4CA4-9BBC-059C91DCD9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Portfolio Website</a:t>
          </a:r>
        </a:p>
      </dgm:t>
    </dgm:pt>
    <dgm:pt modelId="{641A3F30-BFEE-440D-9E58-AAA5ADBB679F}" type="parTrans" cxnId="{BFFEC2DE-BE28-4D68-B269-D30E4B656B38}">
      <dgm:prSet/>
      <dgm:spPr/>
      <dgm:t>
        <a:bodyPr/>
        <a:lstStyle/>
        <a:p>
          <a:endParaRPr lang="en-US"/>
        </a:p>
      </dgm:t>
    </dgm:pt>
    <dgm:pt modelId="{C35D57E2-D70F-4413-8D07-44DEB40D69AA}" type="sibTrans" cxnId="{BFFEC2DE-BE28-4D68-B269-D30E4B656B38}">
      <dgm:prSet/>
      <dgm:spPr/>
      <dgm:t>
        <a:bodyPr/>
        <a:lstStyle/>
        <a:p>
          <a:endParaRPr lang="en-US"/>
        </a:p>
      </dgm:t>
    </dgm:pt>
    <dgm:pt modelId="{69992BEA-7187-417D-AA4F-C36E1DD5D04A}" type="pres">
      <dgm:prSet presAssocID="{FAE07CD5-0540-4CD8-B382-2A9AD124D645}" presName="root" presStyleCnt="0">
        <dgm:presLayoutVars>
          <dgm:dir/>
          <dgm:resizeHandles val="exact"/>
        </dgm:presLayoutVars>
      </dgm:prSet>
      <dgm:spPr/>
    </dgm:pt>
    <dgm:pt modelId="{221EC8C6-190C-4667-A001-44B72F748185}" type="pres">
      <dgm:prSet presAssocID="{3A1E341B-AA5A-45A1-B862-90B75C8C0D63}" presName="compNode" presStyleCnt="0"/>
      <dgm:spPr/>
    </dgm:pt>
    <dgm:pt modelId="{4D98C6AE-056C-4CC9-B41E-27EC1E3AB210}" type="pres">
      <dgm:prSet presAssocID="{3A1E341B-AA5A-45A1-B862-90B75C8C0D63}" presName="bgRect" presStyleLbl="bgShp" presStyleIdx="0" presStyleCnt="3"/>
      <dgm:spPr/>
    </dgm:pt>
    <dgm:pt modelId="{D269E67E-892D-4032-A47D-6A9BFFF25915}" type="pres">
      <dgm:prSet presAssocID="{3A1E341B-AA5A-45A1-B862-90B75C8C0D6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427A49A2-2A97-47F9-BAF8-1530E08CFF57}" type="pres">
      <dgm:prSet presAssocID="{3A1E341B-AA5A-45A1-B862-90B75C8C0D63}" presName="spaceRect" presStyleCnt="0"/>
      <dgm:spPr/>
    </dgm:pt>
    <dgm:pt modelId="{6B2C87D3-41B7-4C08-B0D5-8D9F0CB47A33}" type="pres">
      <dgm:prSet presAssocID="{3A1E341B-AA5A-45A1-B862-90B75C8C0D63}" presName="parTx" presStyleLbl="revTx" presStyleIdx="0" presStyleCnt="3">
        <dgm:presLayoutVars>
          <dgm:chMax val="0"/>
          <dgm:chPref val="0"/>
        </dgm:presLayoutVars>
      </dgm:prSet>
      <dgm:spPr/>
    </dgm:pt>
    <dgm:pt modelId="{F1C788E9-8942-4AAA-BF41-2FCAFBFEAE87}" type="pres">
      <dgm:prSet presAssocID="{CF680432-7B18-4B54-A0D7-A3B37888C17A}" presName="sibTrans" presStyleCnt="0"/>
      <dgm:spPr/>
    </dgm:pt>
    <dgm:pt modelId="{9DB7AF6D-5581-4947-AF89-435345F64876}" type="pres">
      <dgm:prSet presAssocID="{F5A68EEE-68BC-4962-ACDA-2EFADE8E412D}" presName="compNode" presStyleCnt="0"/>
      <dgm:spPr/>
    </dgm:pt>
    <dgm:pt modelId="{FED3A395-DC39-4480-860E-6D23AA9E493A}" type="pres">
      <dgm:prSet presAssocID="{F5A68EEE-68BC-4962-ACDA-2EFADE8E412D}" presName="bgRect" presStyleLbl="bgShp" presStyleIdx="1" presStyleCnt="3"/>
      <dgm:spPr/>
    </dgm:pt>
    <dgm:pt modelId="{CFA075F5-F098-4E65-B0F3-65DEE2CFE09E}" type="pres">
      <dgm:prSet presAssocID="{F5A68EEE-68BC-4962-ACDA-2EFADE8E412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3D141523-C14D-466A-96CB-B041DBF75D82}" type="pres">
      <dgm:prSet presAssocID="{F5A68EEE-68BC-4962-ACDA-2EFADE8E412D}" presName="spaceRect" presStyleCnt="0"/>
      <dgm:spPr/>
    </dgm:pt>
    <dgm:pt modelId="{E636F776-8005-4268-AD56-614CA9F8C8E4}" type="pres">
      <dgm:prSet presAssocID="{F5A68EEE-68BC-4962-ACDA-2EFADE8E412D}" presName="parTx" presStyleLbl="revTx" presStyleIdx="1" presStyleCnt="3">
        <dgm:presLayoutVars>
          <dgm:chMax val="0"/>
          <dgm:chPref val="0"/>
        </dgm:presLayoutVars>
      </dgm:prSet>
      <dgm:spPr/>
    </dgm:pt>
    <dgm:pt modelId="{A210A540-1DE9-4993-B047-B5345BF1CC58}" type="pres">
      <dgm:prSet presAssocID="{1CC3D882-45EA-40FE-8B70-BD46E4E8DB84}" presName="sibTrans" presStyleCnt="0"/>
      <dgm:spPr/>
    </dgm:pt>
    <dgm:pt modelId="{22F413F3-D1E2-409F-877C-CE0FD518FF44}" type="pres">
      <dgm:prSet presAssocID="{6F21F47A-C200-4CA4-9BBC-059C91DCD96F}" presName="compNode" presStyleCnt="0"/>
      <dgm:spPr/>
    </dgm:pt>
    <dgm:pt modelId="{324F5D8C-3EDB-4777-9CC4-2E00EFF9673D}" type="pres">
      <dgm:prSet presAssocID="{6F21F47A-C200-4CA4-9BBC-059C91DCD96F}" presName="bgRect" presStyleLbl="bgShp" presStyleIdx="2" presStyleCnt="3"/>
      <dgm:spPr/>
    </dgm:pt>
    <dgm:pt modelId="{62AF789B-1F3A-463C-9AD0-BB5EAE4F6782}" type="pres">
      <dgm:prSet presAssocID="{6F21F47A-C200-4CA4-9BBC-059C91DCD96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CD4C9ACE-8A8E-4A22-A0C6-66E2E0ED0EF4}" type="pres">
      <dgm:prSet presAssocID="{6F21F47A-C200-4CA4-9BBC-059C91DCD96F}" presName="spaceRect" presStyleCnt="0"/>
      <dgm:spPr/>
    </dgm:pt>
    <dgm:pt modelId="{FFA815EF-AE77-4C64-A840-58B13821F59F}" type="pres">
      <dgm:prSet presAssocID="{6F21F47A-C200-4CA4-9BBC-059C91DCD96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87C2223-D4DB-42D8-9DB1-1FE820DAF3C5}" srcId="{FAE07CD5-0540-4CD8-B382-2A9AD124D645}" destId="{3A1E341B-AA5A-45A1-B862-90B75C8C0D63}" srcOrd="0" destOrd="0" parTransId="{9511B4CA-DA2C-46B4-8FB5-00A7734F344C}" sibTransId="{CF680432-7B18-4B54-A0D7-A3B37888C17A}"/>
    <dgm:cxn modelId="{8F899F25-E433-5249-AFBC-EE63B40CACFD}" type="presOf" srcId="{6F21F47A-C200-4CA4-9BBC-059C91DCD96F}" destId="{FFA815EF-AE77-4C64-A840-58B13821F59F}" srcOrd="0" destOrd="0" presId="urn:microsoft.com/office/officeart/2018/2/layout/IconVerticalSolidList"/>
    <dgm:cxn modelId="{AA193E3A-FD84-D34E-930F-C8D5EC4281D8}" type="presOf" srcId="{F5A68EEE-68BC-4962-ACDA-2EFADE8E412D}" destId="{E636F776-8005-4268-AD56-614CA9F8C8E4}" srcOrd="0" destOrd="0" presId="urn:microsoft.com/office/officeart/2018/2/layout/IconVerticalSolidList"/>
    <dgm:cxn modelId="{100AF093-2E9B-DE45-A9EE-B958EC518A47}" type="presOf" srcId="{FAE07CD5-0540-4CD8-B382-2A9AD124D645}" destId="{69992BEA-7187-417D-AA4F-C36E1DD5D04A}" srcOrd="0" destOrd="0" presId="urn:microsoft.com/office/officeart/2018/2/layout/IconVerticalSolidList"/>
    <dgm:cxn modelId="{6AA6459A-E7F3-4ED9-A8E0-C44798B9526A}" srcId="{FAE07CD5-0540-4CD8-B382-2A9AD124D645}" destId="{F5A68EEE-68BC-4962-ACDA-2EFADE8E412D}" srcOrd="1" destOrd="0" parTransId="{8D16189B-7B5B-456E-ABE8-8605B51E37B2}" sibTransId="{1CC3D882-45EA-40FE-8B70-BD46E4E8DB84}"/>
    <dgm:cxn modelId="{BFFEC2DE-BE28-4D68-B269-D30E4B656B38}" srcId="{FAE07CD5-0540-4CD8-B382-2A9AD124D645}" destId="{6F21F47A-C200-4CA4-9BBC-059C91DCD96F}" srcOrd="2" destOrd="0" parTransId="{641A3F30-BFEE-440D-9E58-AAA5ADBB679F}" sibTransId="{C35D57E2-D70F-4413-8D07-44DEB40D69AA}"/>
    <dgm:cxn modelId="{A27997F5-0AE0-394C-9A08-16D08AB845C9}" type="presOf" srcId="{3A1E341B-AA5A-45A1-B862-90B75C8C0D63}" destId="{6B2C87D3-41B7-4C08-B0D5-8D9F0CB47A33}" srcOrd="0" destOrd="0" presId="urn:microsoft.com/office/officeart/2018/2/layout/IconVerticalSolidList"/>
    <dgm:cxn modelId="{C2C31F64-C7A9-8046-8A46-28F94581F9E0}" type="presParOf" srcId="{69992BEA-7187-417D-AA4F-C36E1DD5D04A}" destId="{221EC8C6-190C-4667-A001-44B72F748185}" srcOrd="0" destOrd="0" presId="urn:microsoft.com/office/officeart/2018/2/layout/IconVerticalSolidList"/>
    <dgm:cxn modelId="{2B003B4A-1334-7B41-BBD4-D5F917C75851}" type="presParOf" srcId="{221EC8C6-190C-4667-A001-44B72F748185}" destId="{4D98C6AE-056C-4CC9-B41E-27EC1E3AB210}" srcOrd="0" destOrd="0" presId="urn:microsoft.com/office/officeart/2018/2/layout/IconVerticalSolidList"/>
    <dgm:cxn modelId="{603F3350-7AB2-844E-8A85-EA953AE46532}" type="presParOf" srcId="{221EC8C6-190C-4667-A001-44B72F748185}" destId="{D269E67E-892D-4032-A47D-6A9BFFF25915}" srcOrd="1" destOrd="0" presId="urn:microsoft.com/office/officeart/2018/2/layout/IconVerticalSolidList"/>
    <dgm:cxn modelId="{57FE84C8-762B-C341-A0E1-DB8349362E66}" type="presParOf" srcId="{221EC8C6-190C-4667-A001-44B72F748185}" destId="{427A49A2-2A97-47F9-BAF8-1530E08CFF57}" srcOrd="2" destOrd="0" presId="urn:microsoft.com/office/officeart/2018/2/layout/IconVerticalSolidList"/>
    <dgm:cxn modelId="{B4264E48-2EA4-6442-A930-E9F79B21F00E}" type="presParOf" srcId="{221EC8C6-190C-4667-A001-44B72F748185}" destId="{6B2C87D3-41B7-4C08-B0D5-8D9F0CB47A33}" srcOrd="3" destOrd="0" presId="urn:microsoft.com/office/officeart/2018/2/layout/IconVerticalSolidList"/>
    <dgm:cxn modelId="{A982EDFE-7B09-D645-81BF-0C1A11FB9B8B}" type="presParOf" srcId="{69992BEA-7187-417D-AA4F-C36E1DD5D04A}" destId="{F1C788E9-8942-4AAA-BF41-2FCAFBFEAE87}" srcOrd="1" destOrd="0" presId="urn:microsoft.com/office/officeart/2018/2/layout/IconVerticalSolidList"/>
    <dgm:cxn modelId="{ECCA572D-8DD1-5D48-A945-64CC6753BF04}" type="presParOf" srcId="{69992BEA-7187-417D-AA4F-C36E1DD5D04A}" destId="{9DB7AF6D-5581-4947-AF89-435345F64876}" srcOrd="2" destOrd="0" presId="urn:microsoft.com/office/officeart/2018/2/layout/IconVerticalSolidList"/>
    <dgm:cxn modelId="{C8D4DBB1-98D1-1F42-8821-09FA32041289}" type="presParOf" srcId="{9DB7AF6D-5581-4947-AF89-435345F64876}" destId="{FED3A395-DC39-4480-860E-6D23AA9E493A}" srcOrd="0" destOrd="0" presId="urn:microsoft.com/office/officeart/2018/2/layout/IconVerticalSolidList"/>
    <dgm:cxn modelId="{5BA298DC-BB70-D641-B5C4-7E9EEB76DC2D}" type="presParOf" srcId="{9DB7AF6D-5581-4947-AF89-435345F64876}" destId="{CFA075F5-F098-4E65-B0F3-65DEE2CFE09E}" srcOrd="1" destOrd="0" presId="urn:microsoft.com/office/officeart/2018/2/layout/IconVerticalSolidList"/>
    <dgm:cxn modelId="{3307F7D6-D368-A542-90E1-54E2BE004C12}" type="presParOf" srcId="{9DB7AF6D-5581-4947-AF89-435345F64876}" destId="{3D141523-C14D-466A-96CB-B041DBF75D82}" srcOrd="2" destOrd="0" presId="urn:microsoft.com/office/officeart/2018/2/layout/IconVerticalSolidList"/>
    <dgm:cxn modelId="{F6C7857F-36FF-2E4B-B1B3-3987AF75703E}" type="presParOf" srcId="{9DB7AF6D-5581-4947-AF89-435345F64876}" destId="{E636F776-8005-4268-AD56-614CA9F8C8E4}" srcOrd="3" destOrd="0" presId="urn:microsoft.com/office/officeart/2018/2/layout/IconVerticalSolidList"/>
    <dgm:cxn modelId="{39AE75BA-68AA-BA45-BB5A-946830021024}" type="presParOf" srcId="{69992BEA-7187-417D-AA4F-C36E1DD5D04A}" destId="{A210A540-1DE9-4993-B047-B5345BF1CC58}" srcOrd="3" destOrd="0" presId="urn:microsoft.com/office/officeart/2018/2/layout/IconVerticalSolidList"/>
    <dgm:cxn modelId="{2CE59E63-D640-DE48-A971-6E8AB6540DDA}" type="presParOf" srcId="{69992BEA-7187-417D-AA4F-C36E1DD5D04A}" destId="{22F413F3-D1E2-409F-877C-CE0FD518FF44}" srcOrd="4" destOrd="0" presId="urn:microsoft.com/office/officeart/2018/2/layout/IconVerticalSolidList"/>
    <dgm:cxn modelId="{95688917-F433-6449-83DD-CA5BD7BEE26F}" type="presParOf" srcId="{22F413F3-D1E2-409F-877C-CE0FD518FF44}" destId="{324F5D8C-3EDB-4777-9CC4-2E00EFF9673D}" srcOrd="0" destOrd="0" presId="urn:microsoft.com/office/officeart/2018/2/layout/IconVerticalSolidList"/>
    <dgm:cxn modelId="{766B49A8-C82A-2A4F-A3FD-FB0A54BB7946}" type="presParOf" srcId="{22F413F3-D1E2-409F-877C-CE0FD518FF44}" destId="{62AF789B-1F3A-463C-9AD0-BB5EAE4F6782}" srcOrd="1" destOrd="0" presId="urn:microsoft.com/office/officeart/2018/2/layout/IconVerticalSolidList"/>
    <dgm:cxn modelId="{6FE8580B-64EF-F046-B8F8-7BE6DF57CD86}" type="presParOf" srcId="{22F413F3-D1E2-409F-877C-CE0FD518FF44}" destId="{CD4C9ACE-8A8E-4A22-A0C6-66E2E0ED0EF4}" srcOrd="2" destOrd="0" presId="urn:microsoft.com/office/officeart/2018/2/layout/IconVerticalSolidList"/>
    <dgm:cxn modelId="{451A536A-B9F9-1D42-AA89-FA61A6F73B38}" type="presParOf" srcId="{22F413F3-D1E2-409F-877C-CE0FD518FF44}" destId="{FFA815EF-AE77-4C64-A840-58B13821F59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5CC009-83F6-CA46-8DC4-CF126707D5FA}">
      <dsp:nvSpPr>
        <dsp:cNvPr id="0" name=""/>
        <dsp:cNvSpPr/>
      </dsp:nvSpPr>
      <dsp:spPr>
        <a:xfrm>
          <a:off x="0" y="1261646"/>
          <a:ext cx="2230992" cy="14166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0F3BC1C-BFDC-DE4C-A223-B17D87AF3AD8}">
      <dsp:nvSpPr>
        <dsp:cNvPr id="0" name=""/>
        <dsp:cNvSpPr/>
      </dsp:nvSpPr>
      <dsp:spPr>
        <a:xfrm>
          <a:off x="247888" y="1497140"/>
          <a:ext cx="2230992" cy="1416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Jamila Hayes</a:t>
          </a:r>
        </a:p>
      </dsp:txBody>
      <dsp:txXfrm>
        <a:off x="289381" y="1538633"/>
        <a:ext cx="2148006" cy="1333694"/>
      </dsp:txXfrm>
    </dsp:sp>
    <dsp:sp modelId="{5446C1AC-34A4-1D48-8FC9-61B0952D4FE6}">
      <dsp:nvSpPr>
        <dsp:cNvPr id="0" name=""/>
        <dsp:cNvSpPr/>
      </dsp:nvSpPr>
      <dsp:spPr>
        <a:xfrm>
          <a:off x="2726769" y="1261646"/>
          <a:ext cx="2230992" cy="14166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5CF24D9-CE4E-B549-A18B-B7D342233533}">
      <dsp:nvSpPr>
        <dsp:cNvPr id="0" name=""/>
        <dsp:cNvSpPr/>
      </dsp:nvSpPr>
      <dsp:spPr>
        <a:xfrm>
          <a:off x="2974657" y="1497140"/>
          <a:ext cx="2230992" cy="1416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Information Technology Student</a:t>
          </a:r>
        </a:p>
      </dsp:txBody>
      <dsp:txXfrm>
        <a:off x="3016150" y="1538633"/>
        <a:ext cx="2148006" cy="1333694"/>
      </dsp:txXfrm>
    </dsp:sp>
    <dsp:sp modelId="{23838A28-E9C5-004F-8E94-C5A6EEB0011D}">
      <dsp:nvSpPr>
        <dsp:cNvPr id="0" name=""/>
        <dsp:cNvSpPr/>
      </dsp:nvSpPr>
      <dsp:spPr>
        <a:xfrm>
          <a:off x="5453538" y="1261646"/>
          <a:ext cx="2230992" cy="14166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8A2B59C-5C56-E24B-A190-4DA909328E98}">
      <dsp:nvSpPr>
        <dsp:cNvPr id="0" name=""/>
        <dsp:cNvSpPr/>
      </dsp:nvSpPr>
      <dsp:spPr>
        <a:xfrm>
          <a:off x="5701426" y="1497140"/>
          <a:ext cx="2230992" cy="14166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Winston-Salem State University</a:t>
          </a:r>
        </a:p>
      </dsp:txBody>
      <dsp:txXfrm>
        <a:off x="5742919" y="1538633"/>
        <a:ext cx="2148006" cy="13336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39BCAA-15E1-48CD-96CA-B1849ED88C8A}">
      <dsp:nvSpPr>
        <dsp:cNvPr id="0" name=""/>
        <dsp:cNvSpPr/>
      </dsp:nvSpPr>
      <dsp:spPr>
        <a:xfrm>
          <a:off x="909622" y="1086277"/>
          <a:ext cx="982474" cy="9824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AEA78A-4A50-4818-9B54-7BB64D0EB101}">
      <dsp:nvSpPr>
        <dsp:cNvPr id="0" name=""/>
        <dsp:cNvSpPr/>
      </dsp:nvSpPr>
      <dsp:spPr>
        <a:xfrm>
          <a:off x="309221" y="2369190"/>
          <a:ext cx="21832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Built with HTML, CSS, JavaScript</a:t>
          </a:r>
        </a:p>
      </dsp:txBody>
      <dsp:txXfrm>
        <a:off x="309221" y="2369190"/>
        <a:ext cx="2183276" cy="720000"/>
      </dsp:txXfrm>
    </dsp:sp>
    <dsp:sp modelId="{8357BF86-9281-4536-9DD8-F56740E61E81}">
      <dsp:nvSpPr>
        <dsp:cNvPr id="0" name=""/>
        <dsp:cNvSpPr/>
      </dsp:nvSpPr>
      <dsp:spPr>
        <a:xfrm>
          <a:off x="3474972" y="1086277"/>
          <a:ext cx="982474" cy="9824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B19722-99A9-4C93-AB55-51FDB921A2DC}">
      <dsp:nvSpPr>
        <dsp:cNvPr id="0" name=""/>
        <dsp:cNvSpPr/>
      </dsp:nvSpPr>
      <dsp:spPr>
        <a:xfrm>
          <a:off x="2874571" y="2369190"/>
          <a:ext cx="21832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Created in Visual Studio Code with AI assistants and GitHub</a:t>
          </a:r>
        </a:p>
      </dsp:txBody>
      <dsp:txXfrm>
        <a:off x="2874571" y="2369190"/>
        <a:ext cx="2183276" cy="720000"/>
      </dsp:txXfrm>
    </dsp:sp>
    <dsp:sp modelId="{5A79CD13-29E7-47B2-AA11-88643140CD8B}">
      <dsp:nvSpPr>
        <dsp:cNvPr id="0" name=""/>
        <dsp:cNvSpPr/>
      </dsp:nvSpPr>
      <dsp:spPr>
        <a:xfrm>
          <a:off x="6040321" y="1086277"/>
          <a:ext cx="982474" cy="9824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E79E39-F731-487D-9035-1027668494EB}">
      <dsp:nvSpPr>
        <dsp:cNvPr id="0" name=""/>
        <dsp:cNvSpPr/>
      </dsp:nvSpPr>
      <dsp:spPr>
        <a:xfrm>
          <a:off x="5439920" y="2369190"/>
          <a:ext cx="21832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Sections: About, Skills, Qualifications, Projects, Resume, Contact</a:t>
          </a:r>
        </a:p>
      </dsp:txBody>
      <dsp:txXfrm>
        <a:off x="5439920" y="2369190"/>
        <a:ext cx="2183276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98C6AE-056C-4CC9-B41E-27EC1E3AB210}">
      <dsp:nvSpPr>
        <dsp:cNvPr id="0" name=""/>
        <dsp:cNvSpPr/>
      </dsp:nvSpPr>
      <dsp:spPr>
        <a:xfrm>
          <a:off x="0" y="509"/>
          <a:ext cx="3553064" cy="11926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69E67E-892D-4032-A47D-6A9BFFF25915}">
      <dsp:nvSpPr>
        <dsp:cNvPr id="0" name=""/>
        <dsp:cNvSpPr/>
      </dsp:nvSpPr>
      <dsp:spPr>
        <a:xfrm>
          <a:off x="360791" y="268867"/>
          <a:ext cx="655984" cy="6559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2C87D3-41B7-4C08-B0D5-8D9F0CB47A33}">
      <dsp:nvSpPr>
        <dsp:cNvPr id="0" name=""/>
        <dsp:cNvSpPr/>
      </dsp:nvSpPr>
      <dsp:spPr>
        <a:xfrm>
          <a:off x="1377568" y="509"/>
          <a:ext cx="2175495" cy="1192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227" tIns="126227" rIns="126227" bIns="126227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Weather Web Application</a:t>
          </a:r>
        </a:p>
      </dsp:txBody>
      <dsp:txXfrm>
        <a:off x="1377568" y="509"/>
        <a:ext cx="2175495" cy="1192699"/>
      </dsp:txXfrm>
    </dsp:sp>
    <dsp:sp modelId="{FED3A395-DC39-4480-860E-6D23AA9E493A}">
      <dsp:nvSpPr>
        <dsp:cNvPr id="0" name=""/>
        <dsp:cNvSpPr/>
      </dsp:nvSpPr>
      <dsp:spPr>
        <a:xfrm>
          <a:off x="0" y="1491384"/>
          <a:ext cx="3553064" cy="11926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A075F5-F098-4E65-B0F3-65DEE2CFE09E}">
      <dsp:nvSpPr>
        <dsp:cNvPr id="0" name=""/>
        <dsp:cNvSpPr/>
      </dsp:nvSpPr>
      <dsp:spPr>
        <a:xfrm>
          <a:off x="360791" y="1759741"/>
          <a:ext cx="655984" cy="6559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6F776-8005-4268-AD56-614CA9F8C8E4}">
      <dsp:nvSpPr>
        <dsp:cNvPr id="0" name=""/>
        <dsp:cNvSpPr/>
      </dsp:nvSpPr>
      <dsp:spPr>
        <a:xfrm>
          <a:off x="1377568" y="1491384"/>
          <a:ext cx="2175495" cy="1192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227" tIns="126227" rIns="126227" bIns="126227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Esports Website</a:t>
          </a:r>
        </a:p>
      </dsp:txBody>
      <dsp:txXfrm>
        <a:off x="1377568" y="1491384"/>
        <a:ext cx="2175495" cy="1192699"/>
      </dsp:txXfrm>
    </dsp:sp>
    <dsp:sp modelId="{324F5D8C-3EDB-4777-9CC4-2E00EFF9673D}">
      <dsp:nvSpPr>
        <dsp:cNvPr id="0" name=""/>
        <dsp:cNvSpPr/>
      </dsp:nvSpPr>
      <dsp:spPr>
        <a:xfrm>
          <a:off x="0" y="2982258"/>
          <a:ext cx="3553064" cy="11926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AF789B-1F3A-463C-9AD0-BB5EAE4F6782}">
      <dsp:nvSpPr>
        <dsp:cNvPr id="0" name=""/>
        <dsp:cNvSpPr/>
      </dsp:nvSpPr>
      <dsp:spPr>
        <a:xfrm>
          <a:off x="360791" y="3250616"/>
          <a:ext cx="655984" cy="6559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A815EF-AE77-4C64-A840-58B13821F59F}">
      <dsp:nvSpPr>
        <dsp:cNvPr id="0" name=""/>
        <dsp:cNvSpPr/>
      </dsp:nvSpPr>
      <dsp:spPr>
        <a:xfrm>
          <a:off x="1377568" y="2982258"/>
          <a:ext cx="2175495" cy="1192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227" tIns="126227" rIns="126227" bIns="126227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Portfolio Website</a:t>
          </a:r>
        </a:p>
      </dsp:txBody>
      <dsp:txXfrm>
        <a:off x="1377568" y="2982258"/>
        <a:ext cx="2175495" cy="11926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86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37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719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49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52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9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89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38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79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9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042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86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tvixen/portfolio" TargetMode="External"/><Relationship Id="rId2" Type="http://schemas.openxmlformats.org/officeDocument/2006/relationships/hyperlink" Target="https://datvixen.github.io/portfolio/index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2413CC-69E6-4BDA-A88D-E4EF8F95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F1F7357-8633-4CE7-BF80-475EE8A2F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6853238"/>
            <a:chOff x="-417513" y="0"/>
            <a:chExt cx="12584114" cy="6853238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402FE4E-C12D-497C-AF81-F08E4E02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9247B10-170D-4E62-849A-38FCB43C6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89A587A7-1BEF-45AA-9EFC-6558A8749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AC25B5A1-6EF7-44EC-A2F0-1EDC96A79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B8582C-7E17-4115-9FF1-979C8405C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6C4AB66-7A18-4E51-935B-237F4CA82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CDF12911-A240-4580-8788-0C49DB1FE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EAE0F5DE-442D-4F6C-B02C-2568ED195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4F24A002-AFDE-4034-85BE-CBF005AE9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36F0721E-B4B0-4A6C-A92C-F8DE92D3A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54D2DC98-69F8-4F2F-9D45-BDFFA5E2B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36E33-DC38-40B9-B941-037E5D860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03D30690-68C2-4AEC-9789-1495D97E1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1020B1B9-821B-49FB-BDC9-57DA08CB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720EDCE4-8B18-413F-989E-E79628E5A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8563351E-0DDD-4FC8-8D0C-1E446E3C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15E8B705-64E7-4513-B3CB-BF46C357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30DAEE1C-EBB5-47F5-9E76-564FCFDBF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EDB255E9-A3E2-4098-99A1-FE38FAD15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D2507F2A-27AF-4833-8273-5FC9A9886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5">
              <a:extLst>
                <a:ext uri="{FF2B5EF4-FFF2-40B4-BE49-F238E27FC236}">
                  <a16:creationId xmlns:a16="http://schemas.microsoft.com/office/drawing/2014/main" id="{8DFB8904-0CB8-45AD-ABD2-F7A582365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465" y="798881"/>
            <a:ext cx="6505070" cy="10489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Electronic Portfolio – AI Assisted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CAB7E9-D8FA-AEFA-7C9A-2C53D8DDBA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7278621"/>
              </p:ext>
            </p:extLst>
          </p:nvPr>
        </p:nvGraphicFramePr>
        <p:xfrm>
          <a:off x="605791" y="1990976"/>
          <a:ext cx="7932419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82413CC-69E6-4BDA-A88D-E4EF8F95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F1F7357-8633-4CE7-BF80-475EE8A2F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6853238"/>
            <a:chOff x="-417513" y="0"/>
            <a:chExt cx="12584114" cy="6853238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402FE4E-C12D-497C-AF81-F08E4E02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9247B10-170D-4E62-849A-38FCB43C6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89A587A7-1BEF-45AA-9EFC-6558A8749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AC25B5A1-6EF7-44EC-A2F0-1EDC96A79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B8582C-7E17-4115-9FF1-979C8405C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6C4AB66-7A18-4E51-935B-237F4CA82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CDF12911-A240-4580-8788-0C49DB1FE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EAE0F5DE-442D-4F6C-B02C-2568ED195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4F24A002-AFDE-4034-85BE-CBF005AE9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36F0721E-B4B0-4A6C-A92C-F8DE92D3A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54D2DC98-69F8-4F2F-9D45-BDFFA5E2B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36E33-DC38-40B9-B941-037E5D860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03D30690-68C2-4AEC-9789-1495D97E1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1020B1B9-821B-49FB-BDC9-57DA08CB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720EDCE4-8B18-413F-989E-E79628E5A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8563351E-0DDD-4FC8-8D0C-1E446E3C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15E8B705-64E7-4513-B3CB-BF46C357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30DAEE1C-EBB5-47F5-9E76-564FCFDBF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EDB255E9-A3E2-4098-99A1-FE38FAD15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D2507F2A-27AF-4833-8273-5FC9A9886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5">
              <a:extLst>
                <a:ext uri="{FF2B5EF4-FFF2-40B4-BE49-F238E27FC236}">
                  <a16:creationId xmlns:a16="http://schemas.microsoft.com/office/drawing/2014/main" id="{8DFB8904-0CB8-45AD-ABD2-F7A582365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465" y="798881"/>
            <a:ext cx="6505070" cy="10489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5CFA3C-0DCD-7774-0E42-A37B3E4089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9398385"/>
              </p:ext>
            </p:extLst>
          </p:nvPr>
        </p:nvGraphicFramePr>
        <p:xfrm>
          <a:off x="605791" y="1990976"/>
          <a:ext cx="7932419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2413CC-69E6-4BDA-A88D-E4EF8F95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F1F7357-8633-4CE7-BF80-475EE8A2F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6853238"/>
            <a:chOff x="-417513" y="0"/>
            <a:chExt cx="12584114" cy="6853238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402FE4E-C12D-497C-AF81-F08E4E02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9247B10-170D-4E62-849A-38FCB43C6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89A587A7-1BEF-45AA-9EFC-6558A8749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AC25B5A1-6EF7-44EC-A2F0-1EDC96A79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B8582C-7E17-4115-9FF1-979C8405C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6C4AB66-7A18-4E51-935B-237F4CA82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CDF12911-A240-4580-8788-0C49DB1FE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EAE0F5DE-442D-4F6C-B02C-2568ED195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4F24A002-AFDE-4034-85BE-CBF005AE9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36F0721E-B4B0-4A6C-A92C-F8DE92D3A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54D2DC98-69F8-4F2F-9D45-BDFFA5E2B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0A636E33-DC38-40B9-B941-037E5D860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03D30690-68C2-4AEC-9789-1495D97E1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1020B1B9-821B-49FB-BDC9-57DA08CB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720EDCE4-8B18-413F-989E-E79628E5A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8563351E-0DDD-4FC8-8D0C-1E446E3C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15E8B705-64E7-4513-B3CB-BF46C357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30DAEE1C-EBB5-47F5-9E76-564FCFDBF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EDB255E9-A3E2-4098-99A1-FE38FAD15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D2507F2A-27AF-4833-8273-5FC9A9886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8DFB8904-0CB8-45AD-ABD2-F7A582365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465" y="798881"/>
            <a:ext cx="6505070" cy="10489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Projects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EABDE9-C9ED-2F86-145E-318924BFA1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216053"/>
              </p:ext>
            </p:extLst>
          </p:nvPr>
        </p:nvGraphicFramePr>
        <p:xfrm>
          <a:off x="605792" y="1990976"/>
          <a:ext cx="3553064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9A9AAF9-7A26-5FC5-E004-2B7FFA1F1265}"/>
              </a:ext>
            </a:extLst>
          </p:cNvPr>
          <p:cNvSpPr txBox="1"/>
          <p:nvPr/>
        </p:nvSpPr>
        <p:spPr>
          <a:xfrm>
            <a:off x="4736657" y="1807175"/>
            <a:ext cx="399885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Built with HTML, CSS, JavaScript</a:t>
            </a:r>
          </a:p>
          <a:p>
            <a:r>
              <a:rPr lang="en-US" sz="1600" dirty="0"/>
              <a:t>Uses API to get real-time weather</a:t>
            </a:r>
          </a:p>
          <a:p>
            <a:r>
              <a:rPr lang="en-US" sz="1600" dirty="0"/>
              <a:t>Search by city</a:t>
            </a:r>
          </a:p>
          <a:p>
            <a:r>
              <a:rPr lang="en-US" sz="1600" dirty="0"/>
              <a:t>Shows temperature &amp; conditions</a:t>
            </a:r>
          </a:p>
          <a:p>
            <a:endParaRPr lang="en-US" sz="16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9380BF-ADAD-CB3E-38C5-353DDF2CAFA7}"/>
              </a:ext>
            </a:extLst>
          </p:cNvPr>
          <p:cNvSpPr txBox="1"/>
          <p:nvPr/>
        </p:nvSpPr>
        <p:spPr>
          <a:xfrm>
            <a:off x="4760226" y="3408643"/>
            <a:ext cx="40033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Multi-page website about esports</a:t>
            </a:r>
          </a:p>
          <a:p>
            <a:r>
              <a:rPr lang="en-US" sz="1600" dirty="0"/>
              <a:t>Built with HTML, CSS</a:t>
            </a:r>
          </a:p>
          <a:p>
            <a:r>
              <a:rPr lang="en-US" sz="1600" dirty="0"/>
              <a:t>Includes career quiz</a:t>
            </a:r>
          </a:p>
          <a:p>
            <a:r>
              <a:rPr lang="en-US" sz="1600" dirty="0"/>
              <a:t>Mobile-friendly design</a:t>
            </a:r>
          </a:p>
          <a:p>
            <a:endParaRPr lang="en-US" sz="1600" dirty="0"/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1C39C5-C517-1BBD-822B-7C0372276D43}"/>
              </a:ext>
            </a:extLst>
          </p:cNvPr>
          <p:cNvSpPr txBox="1"/>
          <p:nvPr/>
        </p:nvSpPr>
        <p:spPr>
          <a:xfrm>
            <a:off x="4736657" y="4988739"/>
            <a:ext cx="39497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Personal website to showcase my work</a:t>
            </a:r>
          </a:p>
          <a:p>
            <a:r>
              <a:rPr lang="en-US" sz="1600" dirty="0"/>
              <a:t>Built with HTML, CSS, JavaScript</a:t>
            </a:r>
          </a:p>
          <a:p>
            <a:r>
              <a:rPr lang="en-US" sz="1600" dirty="0"/>
              <a:t>Includes projects, skills, resume</a:t>
            </a:r>
          </a:p>
          <a:p>
            <a:r>
              <a:rPr lang="en-US" sz="1600" dirty="0"/>
              <a:t>Hosted on GitHub Pages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28D1E49-2A21-4A83-A0E0-FB1597B4B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88B852E-5494-418B-A833-75CF016A9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6853238"/>
            <a:chOff x="-417513" y="0"/>
            <a:chExt cx="12584114" cy="6853238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F31E3C1-1A46-4329-9F80-B576692FEE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294B4592-99CA-47B1-816F-CE2D44F65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F690E4C-72F8-4AC5-AF99-562763CC6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F834CDD4-CAB8-4ACC-9AAC-5399C743D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1AEB045A-6821-475B-A28E-047437ABE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D9B790C0-3D34-4626-BAFB-6EB473F40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EDA4D87F-91A4-4628-9A6E-F01820A7E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045DAB88-124C-459C-A889-DAE9C9BE2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85D44010-1DAA-4CAC-B83F-7E3E8C455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E8C01D66-5C93-4A2E-AA74-DE97574EA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E2E1A6E1-6C4A-47D3-81E2-9F8624F1BB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3E849CB5-4526-49DC-B77B-A20FDB7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5A18C8A4-FB2A-44C1-93D3-26C6DDFE0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85D014FD-8C5A-4071-B19E-4910AAB61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A37D7262-3596-4026-9AD4-E94332E52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187E37E0-AAC3-4B33-AF36-334ACCBD33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409758BB-8A0E-4BEB-BC0C-F410AD98C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97C4EFE2-9D25-4978-BD9A-873B492702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9CCAF82A-A0E0-4B55-A97B-EFFAE79AF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4F800DD8-3954-4F73-8807-16F1CFAC1E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84E1C91A-4B06-4852-918C-6380FA98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657" y="795527"/>
            <a:ext cx="7866411" cy="119091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Skills &amp; Experience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2772" y="2250281"/>
            <a:ext cx="3719489" cy="367823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all center">
            <a:extLst>
              <a:ext uri="{FF2B5EF4-FFF2-40B4-BE49-F238E27FC236}">
                <a16:creationId xmlns:a16="http://schemas.microsoft.com/office/drawing/2014/main" id="{E36F9A6E-E529-7CC3-0DD2-1E12EBEAA9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164" y="2416047"/>
            <a:ext cx="3346704" cy="3346704"/>
          </a:xfrm>
          <a:prstGeom prst="rect">
            <a:avLst/>
          </a:prstGeom>
          <a:ln w="12700"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5527" y="2228850"/>
            <a:ext cx="3771696" cy="3699669"/>
          </a:xfrm>
        </p:spPr>
        <p:txBody>
          <a:bodyPr>
            <a:normAutofit/>
          </a:bodyPr>
          <a:lstStyle/>
          <a:p>
            <a:r>
              <a:rPr lang="en-US" dirty="0"/>
              <a:t>IT Support &amp; Troubleshooting</a:t>
            </a:r>
          </a:p>
          <a:p>
            <a:r>
              <a:rPr lang="en-US" dirty="0" err="1"/>
              <a:t>TeamDynamix</a:t>
            </a:r>
            <a:r>
              <a:rPr lang="en-US" dirty="0"/>
              <a:t> (TDX)</a:t>
            </a:r>
          </a:p>
          <a:p>
            <a:r>
              <a:rPr lang="en-US" dirty="0"/>
              <a:t>HTML, CSS, JavaScript</a:t>
            </a:r>
          </a:p>
          <a:p>
            <a:r>
              <a:rPr lang="en-US" dirty="0"/>
              <a:t>Customer Service</a:t>
            </a:r>
          </a:p>
          <a:p>
            <a:r>
              <a:rPr lang="en-US" dirty="0"/>
              <a:t>Google IT Support &amp; Data Analytics Certificates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B4298B-514D-4087-BFCF-5E0B7C9A9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50D78-05C1-41CC-8744-FF361296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488B658F-163C-450C-B32C-2385E374B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AE85F6C-45F9-4F00-8AA8-52BD51059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4B0E90C3-F098-46CE-B1D9-44EDE9C6E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FFF59D4E-9109-4D0A-8064-9C534CCFB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94B8AAA4-1840-48B9-A1E7-8CE75F873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5A87B14D-183F-429F-849A-A6DC957B0B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C261938-CF78-4843-9295-A20FD1591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70557A9F-9800-4BDA-8EA5-312FBB056F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55443555-50A7-490F-A7BD-C3761876B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0E25D709-0236-44C4-9AD0-23C27FFB64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52D3488E-C376-4058-9B14-3E67ECCF4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29C0577D-AE94-4E3E-AFE9-87D6F505C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628A3D14-A3AE-415B-81C0-10DABBD63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7722035-1059-41F4-801E-F6C3F4383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2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98275878-64ED-413C-B1B9-654EE17C5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6BE90BD7-1A14-43A3-8CD4-8D181EE63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12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8609B6EC-0BA4-4C45-B9CA-311B34B83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2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BA3962A2-D76B-4346-9535-356648073A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1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28CBAD67-783A-4EFF-852A-40CD9D58C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780BC275-9329-40AA-849F-7B258245E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55DA4B63-E5E4-49C5-BC03-E5A312146F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0382" y="630936"/>
            <a:ext cx="5008165" cy="1353310"/>
          </a:xfrm>
        </p:spPr>
        <p:txBody>
          <a:bodyPr anchor="b">
            <a:normAutofit/>
          </a:bodyPr>
          <a:lstStyle/>
          <a:p>
            <a:pPr algn="l"/>
            <a:r>
              <a:rPr lang="en-US" sz="3100">
                <a:solidFill>
                  <a:schemeClr val="tx1"/>
                </a:solidFill>
              </a:rPr>
              <a:t>What I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0382" y="2161348"/>
            <a:ext cx="5008164" cy="389046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Improved HTML &amp; CSS</a:t>
            </a:r>
          </a:p>
          <a:p>
            <a:r>
              <a:rPr lang="en-US" sz="2000" dirty="0"/>
              <a:t>Learned GitHub Pages deployment</a:t>
            </a:r>
          </a:p>
          <a:p>
            <a:r>
              <a:rPr lang="en-US" sz="2000" dirty="0"/>
              <a:t>Built professional portfolio</a:t>
            </a:r>
          </a:p>
          <a:p>
            <a:r>
              <a:rPr lang="en-US" sz="2000" dirty="0"/>
              <a:t>Used AI to improve layout and organization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5627FE-0AC5-4349-AC08-45A58BEC9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7AAF7B-2090-475D-9C3E-FDC03DD87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2DCEC33-4B31-44BC-99CB-9E4845DC4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04E0A10-D288-4B22-87A1-737B0A37D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9A3E042E-4911-425A-84BB-04BF90D07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3A49226D-3129-4C5A-9641-3D03BEEA7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9CC3C315-B515-4DD8-AC22-9D8417B37F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A961828-F78F-4D56-A98E-037806C63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739D4F9D-3728-42C1-8302-452D51321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B4D9647E-354D-4CA8-B4A7-39172E5EA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3EC74E0-5222-4ACC-BCEC-1AA189D3BC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C0AE72B4-084D-42E6-ABED-5FD4650D4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C9D1F5DD-8D50-4098-8D2B-10E284752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D48F3941-C3C7-4589-AA46-067F6BB2D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C16BBE9A-4BE3-4401-82C5-8041DB14E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6180330-CCD3-4D14-A652-D60C2825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616C90F6-4133-43A5-B47C-7750FE28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D7C03F90-E828-4414-8A53-92069FFB6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6ADDE443-75AA-4F32-A2EE-272C4347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ACD281C1-1D59-453F-A33A-D83E39EB0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0217FAC-29FE-4D6B-9BB4-FF41AA756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0D3CC33A-6E36-4A72-9965-8E20FB05D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F128F04E-05CD-4035-A32B-6E9ABAB93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C2574CF-1D35-4994-87BD-5A3378E1A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788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4" y="960120"/>
            <a:ext cx="2899271" cy="4171278"/>
          </a:xfrm>
        </p:spPr>
        <p:txBody>
          <a:bodyPr>
            <a:normAutofit/>
          </a:bodyPr>
          <a:lstStyle/>
          <a:p>
            <a:pPr algn="r"/>
            <a:r>
              <a:rPr lang="en-US" sz="3800">
                <a:solidFill>
                  <a:schemeClr val="tx1"/>
                </a:solidFill>
              </a:rPr>
              <a:t>Conclusion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8B6AB33-DFE6-4FE4-94FE-C9E25424A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64197" y="1200150"/>
            <a:ext cx="0" cy="354397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7373" y="960120"/>
            <a:ext cx="4133850" cy="4171278"/>
          </a:xfrm>
        </p:spPr>
        <p:txBody>
          <a:bodyPr>
            <a:normAutofit/>
          </a:bodyPr>
          <a:lstStyle/>
          <a:p>
            <a:r>
              <a:rPr lang="en-US" sz="2000" dirty="0"/>
              <a:t>Portfolio supports career goals</a:t>
            </a:r>
          </a:p>
          <a:p>
            <a:r>
              <a:rPr lang="en-US" sz="2000" dirty="0"/>
              <a:t>Useful for internships &amp; IT roles</a:t>
            </a:r>
          </a:p>
          <a:p>
            <a:r>
              <a:rPr lang="en-US" sz="2000" dirty="0"/>
              <a:t>Will continue improving projects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Portfolio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4592" y="1741118"/>
            <a:ext cx="5169408" cy="3073758"/>
          </a:xfrm>
        </p:spPr>
        <p:txBody>
          <a:bodyPr>
            <a:normAutofit fontScale="85000" lnSpcReduction="20000"/>
          </a:bodyPr>
          <a:lstStyle/>
          <a:p>
            <a:r>
              <a:rPr sz="2800" dirty="0"/>
              <a:t>Portfolio Website:</a:t>
            </a:r>
          </a:p>
          <a:p>
            <a:r>
              <a:rPr sz="2800" dirty="0">
                <a:hlinkClick r:id="rId2"/>
              </a:rPr>
              <a:t>https://datvixen.github.io/portfolio/index.html</a:t>
            </a:r>
            <a:r>
              <a:rPr lang="en-US" sz="2800" dirty="0"/>
              <a:t> </a:t>
            </a:r>
            <a:endParaRPr sz="2800" dirty="0"/>
          </a:p>
          <a:p>
            <a:endParaRPr sz="2800" dirty="0"/>
          </a:p>
          <a:p>
            <a:r>
              <a:rPr sz="2800" dirty="0"/>
              <a:t>GitHub:</a:t>
            </a:r>
          </a:p>
          <a:p>
            <a:r>
              <a:rPr sz="2800" dirty="0">
                <a:hlinkClick r:id="rId3"/>
              </a:rPr>
              <a:t>https://github.com/datvixen/portfolio</a:t>
            </a:r>
            <a:r>
              <a:rPr lang="en-US" sz="2800" dirty="0"/>
              <a:t> </a:t>
            </a: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25</TotalTime>
  <Words>200</Words>
  <Application>Microsoft Macintosh PowerPoint</Application>
  <PresentationFormat>On-screen Show (4:3)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Rockwell</vt:lpstr>
      <vt:lpstr>Wingdings</vt:lpstr>
      <vt:lpstr>Atlas</vt:lpstr>
      <vt:lpstr>Electronic Portfolio – AI Assisted</vt:lpstr>
      <vt:lpstr>Project Overview</vt:lpstr>
      <vt:lpstr>Projects</vt:lpstr>
      <vt:lpstr>Skills &amp; Experience</vt:lpstr>
      <vt:lpstr>What I Learned</vt:lpstr>
      <vt:lpstr>Conclusion</vt:lpstr>
      <vt:lpstr>Portfolio Links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Jamila Hayes</cp:lastModifiedBy>
  <cp:revision>7</cp:revision>
  <dcterms:created xsi:type="dcterms:W3CDTF">2013-01-27T09:14:16Z</dcterms:created>
  <dcterms:modified xsi:type="dcterms:W3CDTF">2026-04-28T15:23:28Z</dcterms:modified>
  <cp:category/>
</cp:coreProperties>
</file>